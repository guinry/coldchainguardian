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ColdChain Guardian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基于大语言模型的冷链仓储安全管理系统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毕 业 设 计 中 期 检 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36576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姓	名：</a:t>
            </a:r>
            <a:endParaRPr lang="en-US" sz="1800" dirty="0"/>
          </a:p>
          <a:p>
            <a:pPr algn="l" indent="0" marL="0">
              <a:lnSpc>
                <a:spcPts val="15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学	号：</a:t>
            </a:r>
            <a:endParaRPr lang="en-US" sz="1800" dirty="0"/>
          </a:p>
          <a:p>
            <a:pPr algn="l" indent="0" marL="0">
              <a:lnSpc>
                <a:spcPts val="15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指导教师：</a:t>
            </a:r>
            <a:endParaRPr lang="en-US" sz="1800" dirty="0"/>
          </a:p>
          <a:p>
            <a:pPr algn="l" indent="0" marL="0">
              <a:lnSpc>
                <a:spcPts val="15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日	期：	2026年4月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中 期 检 查 目 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1. 项目概述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2. 已完成工作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3. 后端系统实现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4. 前端Web端实现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5. AI大语言模型集成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6. 微信小程序开发进展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7. 未完成工作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8. 后续工作计划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9. 中期总结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1. 项目概述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🎯 项目背景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冷链物流是食品安全重要保障</a:t>
            </a:r>
            <a:endParaRPr lang="en-US" sz="15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温湿度异常导致大量损耗</a:t>
            </a:r>
            <a:endParaRPr lang="en-US" sz="15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传统人工巡检效率低滞后性强</a:t>
            </a:r>
            <a:endParaRPr lang="en-US" sz="15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海量IoT数据需要智能化分析</a:t>
            </a:r>
            <a:endParaRPr lang="en-US" sz="15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毕业设计题目要求结合AI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9319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💡 研究目标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构建完整冷链环境监测体系</a:t>
            </a:r>
            <a:endParaRPr lang="en-US" sz="15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建立智能预警机制</a:t>
            </a:r>
            <a:endParaRPr lang="en-US" sz="15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实现告警→工单闭环管理</a:t>
            </a:r>
            <a:endParaRPr lang="en-US" sz="15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集成大语言模型提供智能分析</a:t>
            </a:r>
            <a:endParaRPr lang="en-US" sz="15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500" dirty="0">
                <a:solidFill>
                  <a:srgbClr val="21295C"/>
                </a:solidFill>
              </a:rPr>
              <a:t>• 完成Web端+小程序双端开发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🏗️ 系统架构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物联网采集层 → 温湿度传感器 → MQTT协议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后端服务层 → Spring Boot + MyBatis-Plus + MySQL + Redis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前端应用层 → Vue 3 Web管理端 + 微信小程序员工端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智能分析层 → Spring AI + 通义千问大语言模型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2. 已完成工作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✅ 项目基础架构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多模块Maven项目结构搭建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数据库设计与初始化脚本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Spring Boot框架配置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Spring Security + JWT认证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✅ 后端业务功能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用户认证与权限管理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库区树形结构管理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传感器设备管理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温湿度数据采集存储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8404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50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✅ 核心业务模块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智能告警系统（四级分析）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工单闭环管理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仪表盘KPI统计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RESTful API完整实现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8404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450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✅ 前端Web管理端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Vue 3 + Element Plus框架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所有功能页面开发完成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ECharts数据可视化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Pinia状态管理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38404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22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✅ AI大语言模型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Spring AI框架集成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通义千问接入完成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流式对话SSE实现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轻量级RAG上下文注入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840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822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✅ 微信小程序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4114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基本框架搭建完成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微信登录绑定完成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主要页面结构完成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API对接基本完成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3749040"/>
            <a:ext cx="3840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3. 后端系统实现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controller层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所有核心模块API都已完成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AuthController - 用户认证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AreaController - 库区管理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DeviceController - 设备管理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AlertController - 告警管理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WorkOrderController - 工单管理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AIAssistantController - AI助手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service层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0" y="1417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完整业务逻辑实现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实现所有核心业务算法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告警四维分析算法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事务保证数据一致性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异常处理统一规范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接口权限控制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数据访问层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1417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MyBatis-Plus集成完成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Entity实体映射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Mapper接口定义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Repository封装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合理建立索引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21295C"/>
                </a:solidFill>
              </a:rPr>
              <a:t>• 外键约束保证完整性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56032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17520"/>
            <a:ext cx="8046720" cy="14630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🔍 核心算法：智能告警四维分析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趋势分析：基于时间序列统计告警数量，识别异常波动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重复告警：按设备类型统计高频告警，定位系统性问题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设备健康度：基于告警级别和频次计算综合评分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根因分析：基于时间窗口聚类关联告警，快速定位问题源头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4. 前端Web管理端实现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📄 已完成页面（左侧）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Dashboard.vue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仪表盘KPI总览 + 数据可视化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214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LoginPage.vue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用户登录界面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DeviceManagementView.vue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设备管理CRUD + 阈值配置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3814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WarehouseAreaView.vue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库区树形结构管理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965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MonitorView.vue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实时监控 + ECharts曲线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393192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📄 已完成页面（右侧）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AlertCenterView.vue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告警中心 + 智能分析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214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WorkOrderCenterView.vue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工单中心 + 状态流转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7797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AIAssistantView.vue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AI助手流式对话界面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43814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EmployeeManagement.vue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员工列表管理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✓  ProfileView.vue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    ↳ 个人信息修改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5. AI大语言模型集成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🏗️ 集成架构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前端 → SSE流式请求 → AIAssistantController → AIAssistantService → Spring AI → 通义千问API</a:t>
            </a:r>
            <a:endParaRPr lang="en-US" sz="1400" dirty="0"/>
          </a:p>
          <a:p>
            <a:pPr algn="ctr"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                          ↓</a:t>
            </a:r>
            <a:endParaRPr lang="en-US" sz="1400" dirty="0"/>
          </a:p>
          <a:p>
            <a:pPr algn="ctr"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会话历史 + 设备/告警业务上下文注入 → 大语言模型 → 流式token输出 → 前端打字机效果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591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🌊 流式输出(SSE)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Server-Sent Events + Flux&lt;String&gt;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实现打字机效果，提升用户体验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3591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🔍 轻量级RAG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附件上下文动态注入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自动查询业务数据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丰富大模型回答内容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28600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3591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💾 会话记忆管理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89320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会话+消息分离存储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历史对话持久化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支持多会话切换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2286000"/>
            <a:ext cx="2743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80467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661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✅ 已解决的集成问题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1. Spring AI版本依赖冲突 → 使用稳定里程碑版本，通过BOM统一管理依赖</a:t>
            </a:r>
            <a:endParaRPr lang="en-US" sz="13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2. SSE流式输出403错误 → SecurityConfig配置DispatcherType.ASYNC.permitAll绕过认证</a:t>
            </a:r>
            <a:endParaRPr lang="en-US" sz="13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3. API兼容性问题 → 适配Spring AI 1.0.0-M1标准API，保证稳定运行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6. 微信小程序开发进展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✅ 已完成工作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项目框架搭建完成，app.js/app.json/app.wxss配置完成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微信授权登录功能完成，用户账号绑定完成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工作台页面开发完成 → 数据概览、待办统计、快捷入口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告警列表页面开发完成 → 下拉刷新、上拉加载、处理操作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工单列表页面开发完成 → 查看我的工单、状态筛选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工单详情页面开发完成 → 详情展示、处理流程时间轴</a:t>
            </a:r>
            <a:endParaRPr lang="en-US" sz="14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✓ 个人中心页面开发完成 → 个人信息展示、账号解绑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8046720" cy="12801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⚙️ 未完成工作（需要后续完善）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扫码功能需要进一步调试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语音报修功能还未实现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真机测试和UI细节优化待完成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• 消息推送功能待配置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7. 未完成工作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📱 微信小程序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1. 扫码报修功能调试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2. 语音报修功能实现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3. UI交互细节优化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4. 真机测试和Bug修复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🧪 测试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1417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1. 单元测试用例编写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2. 集成测试覆盖核心API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3. 功能完整性测试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4. 性能测试和优化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8404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📄 文档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1. 毕业论文撰写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2. 答辩PPT准备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3. 使用说明书完善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4. 部署文档整理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8404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✨ 优化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2461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1. 数据库查询性能优化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2. 前端响应速度优化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3. 异常处理完善</a:t>
            </a:r>
            <a:endParaRPr lang="en-US" sz="1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4. AI提示词工程优化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38404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8. 后续工作计划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377440"/>
            <a:ext cx="67665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182880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4.26 - 5.10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完成微信小程序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完成剩余功能开发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进行真机测试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修复已知问题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182880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5.11 - 5.20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论文撰写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完成毕业论文撰写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修改完善内容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准备查重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1097280"/>
            <a:ext cx="182880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5.21 - 5.25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测试优化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补充单元测试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进行系统测试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性能优化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182880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17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5.26 - 5.30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答辩准备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修改论文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准备答辩PPT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最终检查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2926080"/>
            <a:ext cx="182880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017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6月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10896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答辩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0896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毕业论文答辩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2926080"/>
            <a:ext cx="182880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3017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5.26 - 5.30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9496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答辩准备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修改论文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准备答辩PPT</a:t>
            </a:r>
            <a:endParaRPr lang="en-US" sz="1300" dirty="0"/>
          </a:p>
          <a:p>
            <a:pPr algn="ctr" indent="0" marL="0">
              <a:lnSpc>
                <a:spcPts val="13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最终检查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📊 总体进度：约 75%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576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1295C"/>
                </a:solidFill>
              </a:rPr>
              <a:t>按原计划推进，预计能按时完成全部开发任务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9. 中期总结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按照开题报告计划，已按期完成预定的中期开发任务</a:t>
            </a:r>
            <a:endParaRPr lang="en-US" sz="18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后端核心功能全部完成：用户认证、库区设备管理、告警分析、工单管理</a:t>
            </a:r>
            <a:endParaRPr lang="en-US" sz="18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前端Web管理端全部页面开发完成</a:t>
            </a:r>
            <a:endParaRPr lang="en-US" sz="18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AI大语言模型集成成功，解决了Spring AI集成问题</a:t>
            </a:r>
            <a:endParaRPr lang="en-US" sz="18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微信小程序基本框架和主要页面完成，待细节完善</a:t>
            </a:r>
            <a:endParaRPr lang="en-US" sz="18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遇到的技术问题都已解决，项目整体进展顺利</a:t>
            </a:r>
            <a:endParaRPr lang="en-US" sz="1800" dirty="0"/>
          </a:p>
          <a:p>
            <a:pPr indent="0" marL="0">
              <a:lnSpc>
                <a:spcPts val="16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剩余工作按计划在剩余时间内可以完成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🙏 请各位老师批评指正！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2026-04-09T08:50:26Z</dcterms:created>
  <dcterms:modified xsi:type="dcterms:W3CDTF">2026-04-09T08:50:26Z</dcterms:modified>
</cp:coreProperties>
</file>