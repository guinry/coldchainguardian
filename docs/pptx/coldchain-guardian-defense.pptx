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ColdChain Guardian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基于大语言模型的冷链仓储安全管理系统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毕业设计答辩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38404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答 辩 人：</a:t>
            </a:r>
            <a:endParaRPr lang="en-US" sz="1800" dirty="0"/>
          </a:p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指导教师：</a:t>
            </a:r>
            <a:endParaRPr lang="en-US" sz="1800" dirty="0"/>
          </a:p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学 院：</a:t>
            </a:r>
            <a:endParaRPr lang="en-US" sz="1800" dirty="0"/>
          </a:p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日 期：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目 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1. 选题背景与研究意义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2. 系统需求分析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3. 系统架构设计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4. 核心功能模块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5. 关键技术实现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6. AI智能助手集成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7. 系统展示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8. 创新点与特色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9. 总结与展望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1. 选题背景与研究意义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🎯 行业背景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冷链物流是食品安全的重要保障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温湿度异常是冷链损耗主要原因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传统人工巡检效率低、滞后性强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物联网设备产生海量数据需要智能化分析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💡 研究意义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提升冷链仓储安全管理智能化水平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实现异常问题早发现、早处理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降低冷链损耗，保障食品安全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• 探索大语言模型在工业物联网中的应用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23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📋 研究目标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构建完整的冷链环境监测体系，实现温湿度数据实时采集与监控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建立智能预警机制，及时发现并处理潜在安全隐患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实现告警→工单完整闭环管理，规范处理流程</a:t>
            </a: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集成大语言模型，提供智能对话式数据分析能力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2. 系统需求分析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功能需求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用户认证与权限管理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库区与设备管理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实时数据监控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异常告警管理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工单闭环处理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9319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非功能需求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系统响应时间 &lt; 200ms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支持多用户并发访问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数据持久化存储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前端界面友好易用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代码可维护可扩展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用户角色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管理员：系统配置、用户管理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管理层：数据分析、报表查看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员工：现场处理、工单执行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AI助手：智能问答分析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931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AI能力需求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自然语言查询系统数据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告警智能分析与建议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自动化报告生成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对话上下文记忆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3931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3. 系统架构设计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物联网采集层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0" y="1261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温湿度传感器 → MQTT协议上传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后端服务层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Spring Boot + MyBatis-Plus + MySQL + Redis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前端应用层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3090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Web管理端 (Vue 3) + 微信小程序 (员工端)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智能分析层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4005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Spring AI + 通义千问大语言模型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技术栈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后端: Java 17 + Spring Boot 3.2 + Spring AI | 前端: Vue 3.5 + Element Plus + Pinia | 数据库: MySQL 8.0 + Redis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3.1 数据库设计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40233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核心数据表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📊 users - 用户表 (支持微信绑定)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🏬 warehouse_areas - 库区表 (5级树形结构)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📟 devices - 传感器设备表 (阈值继承)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🌡️ sensor_data - 温湿度数据表 (优化索引)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⚙️ alert_configs - 告警配置表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0233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 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🚨 alerts - 告警记录表 (持续告警统计)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📋 work_orders - 维修工单表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📝 work_order_logs - 工单流转日志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💬 ai_chat_sessions - AI会话表</a:t>
            </a:r>
            <a:endParaRPr lang="en-US" sz="15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✉️ ai_chat_messages - AI消息明细表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设计特点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遵循第三范式，保证数据一致性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合理建立索引优化查询性能（设备+时间联合索引用于历史曲线查询）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支持树形库区结构，适配复杂仓储布局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预留扩展字段应对未来需求变化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4. 核心功能模块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🔐 用户认证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JWT令牌认证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多角色权限控制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管理员/员工/管理层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微信小程序绑定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🏬 库区管理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463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五级树形结构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SITE/WAREHOUSE/FLOOR/AREA/BIN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温湿度阈值设定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完整CRUD操作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📟 设备管理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200" y="1463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传感器注册配置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阈值继承/覆盖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在线状态监控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批量操作支持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4. 核心功能模块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📈 实时监控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温湿度实时展示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ECharts趋势分析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多时间维度查看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WebSocket实时推送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🚨 告警系统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463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阈值异常检测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四级告警分级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智能分析能力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趋势/重复/根因分析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📋 工单管理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200" y="14630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告警一键转工单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完整生命周期流转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处理日志记录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闭环验收机制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8046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📊 仪表盘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KPI指标展示（在线设备数、今日告警、未处理告警、今日闭环工单） | 库区状态卡片 | 实时趋势图 | 紧急告警列表 | 待处理工单列表 | 快捷操作入口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5. 关键技术实现 - 智能告警分析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78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📈 趋势分析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基于时间序列统计告警数量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识别异常波动和周期性规律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为决策提供数据支持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78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🔁 重复告警分析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00600" y="138988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按设备和告警类型统计频次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识别高频顽固问题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帮助定位系统性隐患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8404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42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❤️ 设备健康度评分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基于告警级别和频次加权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计算综合健康分数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优先安排维护高风险设备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8404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542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🔍 根因分析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285292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基于时间窗口聚类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识别同时发生的关联告警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快速定位问题源头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38404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告警状态流转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UNHANDLED (未处理) → HANDLING (处理中) → RESOLVED (已解决) / IGNORED (已忽略)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5. 关键技术实现 - 工单闭环管理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164592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PENDING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待处理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工单创建完成</a:t>
            </a:r>
            <a:endParaRPr lang="en-US" sz="12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等待接受分配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164592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PROCESSING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处理中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员工接受工单</a:t>
            </a:r>
            <a:endParaRPr lang="en-US" sz="12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正在现场处理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164592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VERIFYING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待验收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处理完成</a:t>
            </a:r>
            <a:endParaRPr lang="en-US" sz="12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等待管理员验收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164592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COMPLETED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已完成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验收通过</a:t>
            </a:r>
            <a:endParaRPr lang="en-US" sz="12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工单处理完成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164592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CLOSED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已关闭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最终归档</a:t>
            </a:r>
            <a:endParaRPr lang="en-US" sz="12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完成闭环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🔹 系统特色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完整操作日志记录，全程可追溯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与告警系统深度集成，状态同步更新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支持多维度筛选和统计分析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从告警发现到问题解决的完整闭环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🔹 工单分类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ALERT_FIX - 告警消缺处理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INSPECTION - 日常巡检任务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MAINTENANCE - 设备维护保养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优先级：LOW/MEDIUM/HIGH/URGENT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6. AI智能助手集成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🏗️ 系统架构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前端 → SSE流式请求 → AIAssistantController → AIAssistantService → Spring AI → 通义千问API</a:t>
            </a:r>
            <a:endParaRPr lang="en-US" sz="15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                                                   ↓</a:t>
            </a:r>
            <a:endParaRPr lang="en-US" sz="1500" dirty="0"/>
          </a:p>
          <a:p>
            <a:pPr algn="ctr"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                         会话历史 + 业务上下文注入 → 大语言模型 → 流式输出 → 前端打字机效果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59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🌊 流式输出(SSE)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700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Server-Sent Events + Flux&lt;String&gt;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实现打字机效果，提升用户体验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359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🔍 轻量级RAG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6700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附件上下文动态注入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设备/告警信息自动查询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丰富大模型回答内容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28600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💾 会话记忆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89320" y="26700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会话+消息分离存储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历史对话持久化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支持多会话管理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2286000"/>
            <a:ext cx="27432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遇到并解决的关键问题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1. Spring AI版本依赖冲突 → 使用稳定版本M1，通过BOM统一管理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2. SSE流式输出403错误 → SecurityConfig配置DispatcherType.ASYNC.permitAll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3. API兼容性问题 → 适配Spring AI 1.0.0-M1标准API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6.1 AI智能助手功能特性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40233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支持功能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✓ 自然语言查询系统数据</a:t>
            </a:r>
            <a:endParaRPr lang="en-US" sz="16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✓ 告警智能总结分析</a:t>
            </a:r>
            <a:endParaRPr lang="en-US" sz="16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✓ 提供处置建议</a:t>
            </a:r>
            <a:endParaRPr lang="en-US" sz="16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✓ 自动化报告生成</a:t>
            </a:r>
            <a:endParaRPr lang="en-US" sz="16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✓ 趋势分析辅助决策</a:t>
            </a:r>
            <a:endParaRPr lang="en-US" sz="16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600" dirty="0">
                <a:solidFill>
                  <a:srgbClr val="21295C"/>
                </a:solidFill>
              </a:rPr>
              <a:t>✓ 对话上下文记忆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0233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使用示例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"帮我看看最近一周温度异常情况"</a:t>
            </a:r>
            <a:endParaRPr lang="en-US" sz="1400" dirty="0"/>
          </a:p>
          <a:p>
            <a:pPr indent="0" marL="0">
              <a:lnSpc>
                <a:spcPts val="18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"分析一下这个告警可能是什么原因"</a:t>
            </a:r>
            <a:endParaRPr lang="en-US" sz="1400" dirty="0"/>
          </a:p>
          <a:p>
            <a:pPr indent="0" marL="0">
              <a:lnSpc>
                <a:spcPts val="18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"这个设备最近一个月告警统计"</a:t>
            </a:r>
            <a:endParaRPr lang="en-US" sz="1400" dirty="0"/>
          </a:p>
          <a:p>
            <a:pPr indent="0" marL="0">
              <a:lnSpc>
                <a:spcPts val="18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"帮我生成一份今日仓储安全日报"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✨ 技术亮点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轻量级RAG设计：不使用复杂向量数据库，根据附件自动查询业务数据注入上下文，实现轻量化检索增强生成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Spring AI框架集成：依托Spring AI统一API，便于切换不同大语言模型供应商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OpenAI兼容模式：通义千问通过OpenAI兼容接口接入，配置简单，稳定性好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完整会话管理：分离会话和消息设计，支持多会话切换和历史对话持久化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7. 系统展示 - Web管理端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&lt;b&gt;仪表盘:&lt;/b&gt; KPI总览 + 实时数据卡片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&lt;b&gt;实时监控:&lt;/b&gt; ECharts实时曲线 + 多维度查看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&lt;b&gt;告警中心:&lt;/b&gt; 智能分析面板 + 告警分诊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&lt;b&gt;工单中心:&lt;/b&gt; 全生命周期管理 + 时间轴展示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&lt;b&gt;设备管理:&lt;/b&gt; CRUD + 阈值配置 + 批量操作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&lt;b&gt;库区管理:&lt;/b&gt; 树形结构展示 + 层级管理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&lt;b&gt;AI助手:&lt;/b&gt; 流式对话 + 上下文附件 + 会话管理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&lt;b&gt;用户权限:&lt;/b&gt; 多角色权限控制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3840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（此处可插入系统界面截图）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7. 系统展示 - 微信小程序端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&lt;b&gt;登录:&lt;/b&gt; 微信一键授权登录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&lt;b&gt;工作台:&lt;/b&gt; 数据概览 + 待办统计 + 快捷入口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840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&lt;b&gt;告警列表:&lt;/b&gt; 查看告警 → 转工单 / 处理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840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&lt;b&gt;工单列表:&lt;/b&gt; 查看我的工单 → 处理操作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3840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&lt;b&gt;工单详情:&lt;/b&gt; 详情查看 + 处理流程时间轴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</a:rPr>
              <a:t>&lt;b&gt;个人中心:&lt;/b&gt; 个人信息 + 账号绑定管理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840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设计定位：员工移动端现场操作工具，方便随时随地处理告警和工单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（此处可插入小程序界面截图）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8. 创新点与特色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1. 大语言模型深度融合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将通义千问大语言模型集成到工业物联网监控系统中，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通过轻量级RAG实现业务上下文注入，提供自然语言查询和智能分析能力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2. 智能告警多维度分析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不仅记录告警，还提供趋势分析、重复告警识别、设备健康度评分、根因分析，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帮助管理人员快速定位问题根源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3. 完整闭环管理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从异常告警发现 → 转工单 → 分配处理 → 验收 → 关闭，形成完整管理闭环，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每个操作都有日志记录，全程可追溯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4. 多端协同架构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管理员通过Web端进行系统配置和管理，员工通过微信小程序进行移动端现场作业，</a:t>
            </a:r>
            <a:endParaRPr lang="en-US" sz="15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数据实时同步，分工明确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8046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9. 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✅ 已完成工作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完成系统架构设计和数据库设计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实现用户认证与权限管理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实现库区和设备管理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实现实时温湿度监控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实现智能告警分析系统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实现工单闭环管理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集成通义千问大语言模型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完成Web管理端和小程序开发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84048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🔮 未来展望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接入更多类型IoT设备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预测性维护基于机器学习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优化RAG使用向量数据库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支持自动生成巡检报表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移动端功能进一步完善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添加数据可视化大屏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性能优化和并发扩展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完善单元测试覆盖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🙏 感谢各位老师的聆听与指导！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2026-04-09T08:35:50Z</dcterms:created>
  <dcterms:modified xsi:type="dcterms:W3CDTF">2026-04-09T08:35:50Z</dcterms:modified>
</cp:coreProperties>
</file>